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PlantMind × Götze Engine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Engineering Intelligence · LTTS Hackathon · 9 July 2026</a:t>
            </a:r>
            <a:br/>
            <a:r>
              <a:t>Complete Project Handover · Consolidated Blueprint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65A82"/>
                </a:solidFill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Physics-Informed Engineering Intelligence for industrial assets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At peak asset stress: scores every intervention → surfaces ONE best action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Human approves · Everything logged · Counterfactual proof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Strategic anchor: LTTS × Databricks partnership (June 2026)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Tagline: Predict the failure. Decide the fix. Prove it.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Status: v1 demo built · v2 architecture locked · merge complete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65A82"/>
                </a:solidFill>
              </a:defRPr>
            </a:pPr>
            <a:r>
              <a:t>The Götze Story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2014: Analytics told Germany's coach the single best substitution was Götze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He came on and scored the World Cup winner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PlantMind is that coach for a factory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Everyone predicts failure — we decide the optimal fix and prove it works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Memorable story + real partnership + working demo = what judges remember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65A82"/>
                </a:solidFill>
              </a:defRPr>
            </a:pPr>
            <a:r>
              <a:t>The Problem — By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7602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C7293"/>
                </a:solidFill>
              </a:defRPr>
            </a:pPr>
            <a:r>
              <a:t>$50B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7602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65A82"/>
                </a:solidFill>
              </a:defRPr>
            </a:pPr>
            <a:r>
              <a:t>US unplanned</a:t>
            </a:r>
            <a:br/>
            <a:r>
              <a:t>downtime / yr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00300" y="1828800"/>
            <a:ext cx="17602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C7293"/>
                </a:solidFill>
              </a:defRPr>
            </a:pPr>
            <a:r>
              <a:t>$1.4T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00300" y="2926080"/>
            <a:ext cx="17602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65A82"/>
                </a:solidFill>
              </a:defRPr>
            </a:pPr>
            <a:r>
              <a:t>Fortune 500</a:t>
            </a:r>
            <a:br/>
            <a:r>
              <a:t>downtime 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1828800"/>
            <a:ext cx="17602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C7293"/>
                </a:solidFill>
              </a:defRPr>
            </a:pPr>
            <a:r>
              <a:t>&lt;1%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2926080"/>
            <a:ext cx="17602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65A82"/>
                </a:solidFill>
              </a:defRPr>
            </a:pPr>
            <a:r>
              <a:t>Industrial data</a:t>
            </a:r>
            <a:br/>
            <a:r>
              <a:t>actually analyzed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1828800"/>
            <a:ext cx="17602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C7293"/>
                </a:solidFill>
              </a:defRPr>
            </a:pPr>
            <a:r>
              <a:t>20-30%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2926080"/>
            <a:ext cx="17602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65A82"/>
                </a:solidFill>
              </a:defRPr>
            </a:pPr>
            <a:r>
              <a:t>Failures caught</a:t>
            </a:r>
            <a:br/>
            <a:r>
              <a:t>before occurrence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65A82"/>
                </a:solidFill>
              </a:defRPr>
            </a:pPr>
            <a:r>
              <a:t>Consolidated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Layer 0: 7 tool-agnostic interface contracts (LTTS IP)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Layer 1: Local hackathon build + Databricks production narrative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Runtime: 5 agents — Sentinel → Oracle → Götze → RCA → Summarizer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v1 Reference: forge-v1 MetaGPT pipeline with RED→GREEN proof (runnable)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Conflict resolved: IIS canonical · Weibull canonical · LangGraph canonical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65A82"/>
                </a:solidFill>
              </a:defRPr>
            </a:pPr>
            <a:r>
              <a:t>End-to-End Data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Sensors → Bronze → Silver → Gold features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AssetHealthOracle: Weibull H(t) → health + RUL days + CI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Trigger: health&lt;40 OR rul&lt;14 days OR critical anomaly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GötzeEngine: IIS scores all interventions → ONE winner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RootCauseAnalyst: RAG + citations → ExecutiveSummarizer: 3 bullets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Dashboard → Human Approve → Immutable audit → Feedback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65A82"/>
                </a:solidFill>
              </a:defRPr>
            </a:pPr>
            <a:r>
              <a:t>The 5 Agents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1. DataSentinel — Z-score + Mahalanobis anomaly flags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2. AssetHealthOracle — Weibull health 0-100 + RUL + 95% CI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3. GötzeEngine ⭐ — IIS → one best action (HUMAN APPROVAL REQUIRED)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4. RootCauseAnalyst — RAG over manuals with citations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5. ExecutiveSummarizer — 3-bullet leadership brief + ROI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Orchestration: LangGraph directed sequence with audit at every hop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65A82"/>
                </a:solidFill>
              </a:defRPr>
            </a:pPr>
            <a:r>
              <a:t>IIS — Intervention Impact Score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IIS = 0.35·ΔP_failure + 0.25·ΔDowntimeCost + 0.20·Feasibility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      + 0.15·HistoricalSuccess − 0.05·SafetyRiskDelta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All terms normalized [0,1] · Demo uses fixed weights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SafetyRiskDelta above ceiling → hard veto regardless of score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Proof: IIS breakdown + RED→GREEN chart + audit hash-chain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v1 G-score retained in forge-v1 as runnable reference implementation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65A82"/>
                </a:solidFill>
              </a:defRPr>
            </a:pPr>
            <a:r>
              <a:t>Model Routing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Rule: AI does uncertain work · Deterministic rules decide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IIS / G-score: Pure Python math — never LLM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Narrative: Groq Llama 3.3 70B (fallback: templates)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Root cause: DeepSeek R1 / Groq — RAG-grounded only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Embeddings: all-MiniLM-L6-v2 local · Health: scipy Weibull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Registry: ops/MODEL-REGISTRY.md · Adapters in src/agents/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65A82"/>
                </a:solidFill>
              </a:defRPr>
            </a:pPr>
            <a:r>
              <a:t>API &amp;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FastAPI routes: /assets, /health, /evaluate, /decision, /approve, /audit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Shared contracts (Pydantic): PhysicsModel, GötzeDecision, AuditRecord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Dashboard reads JSON only — never imports physics internals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Lane discipline: modules talk through src/contracts/ only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Contract change = LOCKED_STATE vault update required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65A82"/>
                </a:solidFill>
              </a:defRPr>
            </a:pPr>
            <a:r>
              <a:t>Demo Scenarios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A ⭐ Gradual pump wear — hero one-best-action moment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B Sudden bearing impact — emergency stop, high IIS gap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C Intermittent valve — Mahalanobis catches hidden pattern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D Sensor dropout — flags bad data, not bad machine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v1 demo: streamlit run src/legacy/forge-v1/app.py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5-min script: Hook → healthy plant → failure → approve → edge case → close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65A82"/>
                </a:solidFill>
              </a:defRPr>
            </a:pPr>
            <a:r>
              <a:t>LTTS × Databricks Alignment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Partnership announced 11 June 2026 — PlantMind is reference implementation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Predictive Asset Reliability → AssetHealthOracle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Energy &amp; Emissions → IIS downtime-cost term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OEE &amp; Production → Downtime scoring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Quality Intelligence → DataSentinel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Sustainability Analytics → ExecutiveSummarizer ROI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65A82"/>
                </a:solidFill>
              </a:defRPr>
            </a:pPr>
            <a:r>
              <a:t>Governance &amp; IP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Non-autonomous: human approves every action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Explainable: reason + citations on every recommendation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Logged: immutable hash-chain audit with full lineage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IP wedge: closed loop physics → IIS → approved action → audit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Framing: patent-candidate pending prior-art review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Strongest claims: counterfactual proof + IIS scoring method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65A82"/>
                </a:solidFill>
              </a:defRPr>
            </a:pPr>
            <a:r>
              <a:t>24-Hour Build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H0-4: Scaffold + synthetic data + agent stubs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H4-8: DataSentinel + AssetHealthOracle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H8 ✓ Health visible · H12: GötzeEngine + IIS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H16 ✓ Full 5-agent flow — DEMO IS SAFE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H20: Feature freeze · H23: Tag v1.0-hackathon-submission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Golden rule: Not integrated by H16 → not in demo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65A82"/>
                </a:solidFill>
              </a:defRPr>
            </a:pPr>
            <a:r>
              <a:t>Implementation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✅ Built: C-MAPSS ingest, G-score, RED→GREEN, Streamlit, fleet view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✅ Locked: IIS formula, 5 agents, contracts, Weibull params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🔲 Pending: FastAPI, LangGraph orchestrator, RAG, human approve UI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Strategy: Ship v1 demo if time-critical; migrate to v2 incrementally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Workspace: PlantMind-Live (246+ files, nothing lost from merge)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Team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Lane 1 Sourav: Backend, agents, API, audit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Lane 2 Sourav: Weibull, synthetic data, ML training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Lane 3 Members 2/3: Streamlit, IIS panel, audit views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Lane 4: Databricks DLT, Feature Store, Unity Catalog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Lane 5: Demo script, pitch, ROI, Q&amp;A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Start: 00-START-HERE.md → LOCKED_STATE → ROADMAP NOW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PlantMind × Götze Engine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Predict the failure. Decide the fix. Prove it.</a:t>
            </a:r>
            <a:br/>
            <a:r>
              <a:t>Sourav Dutta · LTTS · PlantMind-Live ·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